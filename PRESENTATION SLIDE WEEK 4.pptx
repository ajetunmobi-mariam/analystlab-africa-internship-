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jetunmobi" userId="ea1a0dde1fe98e4c" providerId="LiveId" clId="{15ACFF1F-CB5B-4E09-A464-ACC3BDDF58DC}"/>
    <pc:docChg chg="custSel addSld modSld">
      <pc:chgData name="Mariam Ajetunmobi" userId="ea1a0dde1fe98e4c" providerId="LiveId" clId="{15ACFF1F-CB5B-4E09-A464-ACC3BDDF58DC}" dt="2026-06-28T15:06:37.989" v="996" actId="20577"/>
      <pc:docMkLst>
        <pc:docMk/>
      </pc:docMkLst>
      <pc:sldChg chg="addSp modSp mod">
        <pc:chgData name="Mariam Ajetunmobi" userId="ea1a0dde1fe98e4c" providerId="LiveId" clId="{15ACFF1F-CB5B-4E09-A464-ACC3BDDF58DC}" dt="2026-06-28T15:02:52.202" v="988" actId="113"/>
        <pc:sldMkLst>
          <pc:docMk/>
          <pc:sldMk cId="3427325929" sldId="256"/>
        </pc:sldMkLst>
        <pc:spChg chg="mod">
          <ac:chgData name="Mariam Ajetunmobi" userId="ea1a0dde1fe98e4c" providerId="LiveId" clId="{15ACFF1F-CB5B-4E09-A464-ACC3BDDF58DC}" dt="2026-06-28T15:02:52.202" v="988" actId="113"/>
          <ac:spMkLst>
            <pc:docMk/>
            <pc:sldMk cId="3427325929" sldId="256"/>
            <ac:spMk id="2" creationId="{1966898D-2171-1E1A-5123-2548FA0381D9}"/>
          </ac:spMkLst>
        </pc:spChg>
        <pc:spChg chg="add mod">
          <ac:chgData name="Mariam Ajetunmobi" userId="ea1a0dde1fe98e4c" providerId="LiveId" clId="{15ACFF1F-CB5B-4E09-A464-ACC3BDDF58DC}" dt="2026-06-28T15:02:27.369" v="985" actId="255"/>
          <ac:spMkLst>
            <pc:docMk/>
            <pc:sldMk cId="3427325929" sldId="256"/>
            <ac:spMk id="3" creationId="{F481105C-518B-D473-B15B-05623D222DFE}"/>
          </ac:spMkLst>
        </pc:spChg>
      </pc:sldChg>
      <pc:sldChg chg="modSp mod">
        <pc:chgData name="Mariam Ajetunmobi" userId="ea1a0dde1fe98e4c" providerId="LiveId" clId="{15ACFF1F-CB5B-4E09-A464-ACC3BDDF58DC}" dt="2026-06-28T15:04:56.650" v="993" actId="255"/>
        <pc:sldMkLst>
          <pc:docMk/>
          <pc:sldMk cId="4215371467" sldId="257"/>
        </pc:sldMkLst>
        <pc:spChg chg="mod">
          <ac:chgData name="Mariam Ajetunmobi" userId="ea1a0dde1fe98e4c" providerId="LiveId" clId="{15ACFF1F-CB5B-4E09-A464-ACC3BDDF58DC}" dt="2026-06-28T15:04:56.650" v="993" actId="255"/>
          <ac:spMkLst>
            <pc:docMk/>
            <pc:sldMk cId="4215371467" sldId="257"/>
            <ac:spMk id="3" creationId="{F4A388E1-AE4E-0FE6-AC8C-CB3809FBB8E2}"/>
          </ac:spMkLst>
        </pc:spChg>
      </pc:sldChg>
      <pc:sldChg chg="modSp mod">
        <pc:chgData name="Mariam Ajetunmobi" userId="ea1a0dde1fe98e4c" providerId="LiveId" clId="{15ACFF1F-CB5B-4E09-A464-ACC3BDDF58DC}" dt="2026-06-28T15:05:12.754" v="994" actId="255"/>
        <pc:sldMkLst>
          <pc:docMk/>
          <pc:sldMk cId="4024262372" sldId="258"/>
        </pc:sldMkLst>
        <pc:spChg chg="mod">
          <ac:chgData name="Mariam Ajetunmobi" userId="ea1a0dde1fe98e4c" providerId="LiveId" clId="{15ACFF1F-CB5B-4E09-A464-ACC3BDDF58DC}" dt="2026-06-28T15:05:12.754" v="994" actId="255"/>
          <ac:spMkLst>
            <pc:docMk/>
            <pc:sldMk cId="4024262372" sldId="258"/>
            <ac:spMk id="3" creationId="{F3C39CD0-ECB3-6FAA-EA13-65644B4BE4E7}"/>
          </ac:spMkLst>
        </pc:spChg>
      </pc:sldChg>
      <pc:sldChg chg="modSp mod">
        <pc:chgData name="Mariam Ajetunmobi" userId="ea1a0dde1fe98e4c" providerId="LiveId" clId="{15ACFF1F-CB5B-4E09-A464-ACC3BDDF58DC}" dt="2026-06-28T15:04:41.030" v="992" actId="255"/>
        <pc:sldMkLst>
          <pc:docMk/>
          <pc:sldMk cId="2737409160" sldId="259"/>
        </pc:sldMkLst>
        <pc:spChg chg="mod">
          <ac:chgData name="Mariam Ajetunmobi" userId="ea1a0dde1fe98e4c" providerId="LiveId" clId="{15ACFF1F-CB5B-4E09-A464-ACC3BDDF58DC}" dt="2026-06-28T15:04:41.030" v="992" actId="255"/>
          <ac:spMkLst>
            <pc:docMk/>
            <pc:sldMk cId="2737409160" sldId="259"/>
            <ac:spMk id="3" creationId="{0D6B2C1B-917D-548F-1504-E257605518B0}"/>
          </ac:spMkLst>
        </pc:spChg>
      </pc:sldChg>
      <pc:sldChg chg="addSp delSp modSp mod">
        <pc:chgData name="Mariam Ajetunmobi" userId="ea1a0dde1fe98e4c" providerId="LiveId" clId="{15ACFF1F-CB5B-4E09-A464-ACC3BDDF58DC}" dt="2026-06-25T04:58:11.443" v="957" actId="255"/>
        <pc:sldMkLst>
          <pc:docMk/>
          <pc:sldMk cId="1808330029" sldId="260"/>
        </pc:sldMkLst>
        <pc:spChg chg="mod">
          <ac:chgData name="Mariam Ajetunmobi" userId="ea1a0dde1fe98e4c" providerId="LiveId" clId="{15ACFF1F-CB5B-4E09-A464-ACC3BDDF58DC}" dt="2026-06-25T04:58:11.443" v="957" actId="255"/>
          <ac:spMkLst>
            <pc:docMk/>
            <pc:sldMk cId="1808330029" sldId="260"/>
            <ac:spMk id="2" creationId="{F6D7E195-A901-FBBC-53C9-31869D83FA3D}"/>
          </ac:spMkLst>
        </pc:spChg>
        <pc:picChg chg="add mod ord">
          <ac:chgData name="Mariam Ajetunmobi" userId="ea1a0dde1fe98e4c" providerId="LiveId" clId="{15ACFF1F-CB5B-4E09-A464-ACC3BDDF58DC}" dt="2026-06-25T04:57:17.923" v="954" actId="14100"/>
          <ac:picMkLst>
            <pc:docMk/>
            <pc:sldMk cId="1808330029" sldId="260"/>
            <ac:picMk id="5" creationId="{E07E40DA-4BE4-8358-AF33-35BB19456F77}"/>
          </ac:picMkLst>
        </pc:picChg>
      </pc:sldChg>
      <pc:sldChg chg="modSp mod">
        <pc:chgData name="Mariam Ajetunmobi" userId="ea1a0dde1fe98e4c" providerId="LiveId" clId="{15ACFF1F-CB5B-4E09-A464-ACC3BDDF58DC}" dt="2026-06-28T15:04:25.941" v="991" actId="255"/>
        <pc:sldMkLst>
          <pc:docMk/>
          <pc:sldMk cId="3084902227" sldId="261"/>
        </pc:sldMkLst>
        <pc:spChg chg="mod">
          <ac:chgData name="Mariam Ajetunmobi" userId="ea1a0dde1fe98e4c" providerId="LiveId" clId="{15ACFF1F-CB5B-4E09-A464-ACC3BDDF58DC}" dt="2026-06-25T04:01:19.588" v="274" actId="255"/>
          <ac:spMkLst>
            <pc:docMk/>
            <pc:sldMk cId="3084902227" sldId="261"/>
            <ac:spMk id="2" creationId="{ED3347A2-7DA1-B1E6-EDA7-8769553BB10B}"/>
          </ac:spMkLst>
        </pc:spChg>
        <pc:spChg chg="mod">
          <ac:chgData name="Mariam Ajetunmobi" userId="ea1a0dde1fe98e4c" providerId="LiveId" clId="{15ACFF1F-CB5B-4E09-A464-ACC3BDDF58DC}" dt="2026-06-28T15:04:25.941" v="991" actId="255"/>
          <ac:spMkLst>
            <pc:docMk/>
            <pc:sldMk cId="3084902227" sldId="261"/>
            <ac:spMk id="3" creationId="{97C27699-BCB6-2356-E203-36BC05B8AEFA}"/>
          </ac:spMkLst>
        </pc:spChg>
      </pc:sldChg>
      <pc:sldChg chg="modSp new mod">
        <pc:chgData name="Mariam Ajetunmobi" userId="ea1a0dde1fe98e4c" providerId="LiveId" clId="{15ACFF1F-CB5B-4E09-A464-ACC3BDDF58DC}" dt="2026-06-28T15:06:03.612" v="995" actId="255"/>
        <pc:sldMkLst>
          <pc:docMk/>
          <pc:sldMk cId="2858216591" sldId="262"/>
        </pc:sldMkLst>
        <pc:spChg chg="mod">
          <ac:chgData name="Mariam Ajetunmobi" userId="ea1a0dde1fe98e4c" providerId="LiveId" clId="{15ACFF1F-CB5B-4E09-A464-ACC3BDDF58DC}" dt="2026-06-25T04:10:17.396" v="669" actId="255"/>
          <ac:spMkLst>
            <pc:docMk/>
            <pc:sldMk cId="2858216591" sldId="262"/>
            <ac:spMk id="2" creationId="{41B199EB-FF36-F75E-762A-62CCCADBA85A}"/>
          </ac:spMkLst>
        </pc:spChg>
        <pc:spChg chg="mod">
          <ac:chgData name="Mariam Ajetunmobi" userId="ea1a0dde1fe98e4c" providerId="LiveId" clId="{15ACFF1F-CB5B-4E09-A464-ACC3BDDF58DC}" dt="2026-06-28T15:06:03.612" v="995" actId="255"/>
          <ac:spMkLst>
            <pc:docMk/>
            <pc:sldMk cId="2858216591" sldId="262"/>
            <ac:spMk id="3" creationId="{72E89257-53C1-23F9-AA5D-933F5767B3A4}"/>
          </ac:spMkLst>
        </pc:spChg>
      </pc:sldChg>
      <pc:sldChg chg="modSp new mod modNotesTx">
        <pc:chgData name="Mariam Ajetunmobi" userId="ea1a0dde1fe98e4c" providerId="LiveId" clId="{15ACFF1F-CB5B-4E09-A464-ACC3BDDF58DC}" dt="2026-06-28T15:06:37.989" v="996" actId="20577"/>
        <pc:sldMkLst>
          <pc:docMk/>
          <pc:sldMk cId="1107465044" sldId="263"/>
        </pc:sldMkLst>
        <pc:spChg chg="mod">
          <ac:chgData name="Mariam Ajetunmobi" userId="ea1a0dde1fe98e4c" providerId="LiveId" clId="{15ACFF1F-CB5B-4E09-A464-ACC3BDDF58DC}" dt="2026-06-25T04:18:18.359" v="951" actId="255"/>
          <ac:spMkLst>
            <pc:docMk/>
            <pc:sldMk cId="1107465044" sldId="263"/>
            <ac:spMk id="2" creationId="{EFE50209-09E9-4FCD-42C3-0203873A87CB}"/>
          </ac:spMkLst>
        </pc:spChg>
        <pc:spChg chg="mod">
          <ac:chgData name="Mariam Ajetunmobi" userId="ea1a0dde1fe98e4c" providerId="LiveId" clId="{15ACFF1F-CB5B-4E09-A464-ACC3BDDF58DC}" dt="2026-06-28T15:04:09.514" v="990" actId="255"/>
          <ac:spMkLst>
            <pc:docMk/>
            <pc:sldMk cId="1107465044" sldId="263"/>
            <ac:spMk id="3" creationId="{AA0B5EDE-14C5-E503-E228-8C770C05A2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2D7B6-EEF3-4E8E-8B24-48756903212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40320-8945-4AC8-ACAE-FA44C4A0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4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40320-8945-4AC8-ACAE-FA44C4A0E7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58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898D-2171-1E1A-5123-2548FA038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701478"/>
            <a:ext cx="6815669" cy="1727521"/>
          </a:xfrm>
        </p:spPr>
        <p:txBody>
          <a:bodyPr/>
          <a:lstStyle/>
          <a:p>
            <a:r>
              <a:rPr lang="en-GB" sz="4000" b="1" dirty="0">
                <a:latin typeface="Bahnschrift SemiBold Condensed" panose="020B0502040204020203" pitchFamily="34" charset="0"/>
              </a:rPr>
              <a:t>TITLE:SUPERSTORE PERFORMANCE ANALYSIS DASHBOARD</a:t>
            </a:r>
            <a:endParaRPr lang="en-US" sz="40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1105C-518B-D473-B15B-05623D222DFE}"/>
              </a:ext>
            </a:extLst>
          </p:cNvPr>
          <p:cNvSpPr txBox="1"/>
          <p:nvPr/>
        </p:nvSpPr>
        <p:spPr>
          <a:xfrm>
            <a:off x="3391382" y="3669175"/>
            <a:ext cx="4815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Bahnschrift SemiBold Condensed" panose="020B0502040204020203" pitchFamily="34" charset="0"/>
              </a:rPr>
              <a:t>BY </a:t>
            </a:r>
          </a:p>
          <a:p>
            <a:pPr algn="ctr"/>
            <a:r>
              <a:rPr lang="en-GB" sz="4000" dirty="0">
                <a:latin typeface="Bahnschrift SemiBold Condensed" panose="020B0502040204020203" pitchFamily="34" charset="0"/>
              </a:rPr>
              <a:t>AJETUNMOBI MARIAM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0F6E-3AC1-2AAE-E8DC-E6475AE7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DATASET OVERVIEW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88E1-AE4E-0FE6-AC8C-CB3809FBB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Bahnschrift SemiBold Condensed" panose="020B0502040204020203" pitchFamily="34" charset="0"/>
              </a:rPr>
              <a:t>The superstore dataset contains sales transactions from a retail superstore.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It consists of approximately 10,000 records and 21 columns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The data includes customer, product, sales, profits, discount, shipping and regional information.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It supports analysis of business performance, profitability, and sales patterns. </a:t>
            </a:r>
            <a:endParaRPr lang="en-US" sz="2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37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1FED-9DD7-7362-6AA7-23128949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67529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BUSINESS PROBLEM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9CD0-ECB3-6FAA-EA13-65644B4B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76981"/>
            <a:ext cx="9601196" cy="38080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Bahnschrift SemiBold Condensed" panose="020B0502040204020203" pitchFamily="34" charset="0"/>
              </a:rPr>
              <a:t>The retail company generate large amounts of sales data which needs to be properly analysed to monitor sales performance, profitability, and products trends to support data-driven decision making.</a:t>
            </a:r>
          </a:p>
          <a:p>
            <a:pPr marL="0" indent="0" algn="ctr">
              <a:buNone/>
            </a:pPr>
            <a:r>
              <a:rPr lang="en-GB" sz="2000" dirty="0">
                <a:latin typeface="Bahnschrift SemiBold Condensed" panose="020B0502040204020203" pitchFamily="34" charset="0"/>
              </a:rPr>
              <a:t>          KEY BUSINESS QUESTIONS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Which region generate the highest sakes and profit?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Which product category perform best?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Which product are underperforming?</a:t>
            </a:r>
          </a:p>
          <a:p>
            <a:r>
              <a:rPr lang="en-US" sz="2000" dirty="0">
                <a:latin typeface="Bahnschrift SemiBold Condensed" panose="020B0502040204020203" pitchFamily="34" charset="0"/>
              </a:rPr>
              <a:t>Which customer segment contributes the most sales and profit?</a:t>
            </a:r>
          </a:p>
        </p:txBody>
      </p:sp>
    </p:spTree>
    <p:extLst>
      <p:ext uri="{BB962C8B-B14F-4D97-AF65-F5344CB8AC3E}">
        <p14:creationId xmlns:p14="http://schemas.microsoft.com/office/powerpoint/2010/main" val="402426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36E6-6C91-932E-492A-796EB18F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KEY PERFORMING INDICATORS(KPIs)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2C1B-917D-548F-1504-E25760551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5524"/>
          </a:xfrm>
        </p:spPr>
        <p:txBody>
          <a:bodyPr>
            <a:noAutofit/>
          </a:bodyPr>
          <a:lstStyle/>
          <a:p>
            <a:r>
              <a:rPr lang="en-GB" sz="2000" dirty="0">
                <a:latin typeface="Bahnschrift SemiBold Condensed" panose="020B0502040204020203" pitchFamily="34" charset="0"/>
              </a:rPr>
              <a:t>Total Sales: Measures the overall revenue generated from all transactions.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Total Profit: Shows the total earnings after deducting costs, indicating business profitability.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Total Orders: Represents the total number of customer transactions completed.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Profit Margin: Indicates the percentage of profit generated from sales, helping to assess efficiency and pricing strategy.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Average Discount: Measures the average discount applied across all sales, used to evaluate its impact on profitability.</a:t>
            </a:r>
            <a:endParaRPr lang="en-US" sz="2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40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195-A901-FBBC-53C9-31869D83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DASHBOARD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7E40DA-4BE4-8358-AF33-35BB19456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134" y="2557463"/>
            <a:ext cx="940346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3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47A2-7DA1-B1E6-EDA7-8769553B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INSIGHTS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7699-BCB6-2356-E203-36BC05B8A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7" y="2453833"/>
            <a:ext cx="10475088" cy="3935392"/>
          </a:xfrm>
        </p:spPr>
        <p:txBody>
          <a:bodyPr>
            <a:noAutofit/>
          </a:bodyPr>
          <a:lstStyle/>
          <a:p>
            <a:r>
              <a:rPr lang="en-GB" sz="2000" dirty="0">
                <a:latin typeface="Bahnschrift SemiBold Condensed" panose="020B0502040204020203" pitchFamily="34" charset="0"/>
              </a:rPr>
              <a:t>Segment Performance: The Consumer segment contributes the highest proportion of both sales and profit, making it the most valuable customer group for the business.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Product Performance: Certain products drive significantly higher sales than others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Category Analysis: The Technology category performs strongly in terms of sales, showing it is a key driver of revenue.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Regional Performance: Sales are not evenly distributed across states, with a few key states generating a large share of total revenue.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Sales Trend Over Time: Sales performance shows fluctuations across years, indicating changes in demand patterns and business cycles over time.</a:t>
            </a:r>
          </a:p>
        </p:txBody>
      </p:sp>
    </p:spTree>
    <p:extLst>
      <p:ext uri="{BB962C8B-B14F-4D97-AF65-F5344CB8AC3E}">
        <p14:creationId xmlns:p14="http://schemas.microsoft.com/office/powerpoint/2010/main" val="308490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99EB-FF36-F75E-762A-62CCCADB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RECOMMENDATIONS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9257-53C1-23F9-AA5D-933F5767B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dirty="0">
                <a:latin typeface="Bahnschrift SemiBold Condensed" panose="020B0502040204020203" pitchFamily="34" charset="0"/>
              </a:rPr>
              <a:t>The discount strategy should be optimized to reduce the impact of excessive discounts on profitability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Marketing efforts should be focused on the consumer segment to maximize revenue and profit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Sales strategies should be strengthened in underperforming states to drive growth across more regions</a:t>
            </a:r>
          </a:p>
          <a:p>
            <a:r>
              <a:rPr lang="en-GB" sz="2000" dirty="0">
                <a:latin typeface="Bahnschrift SemiBold Condensed" panose="020B0502040204020203" pitchFamily="34" charset="0"/>
              </a:rPr>
              <a:t>Loss making products should be reviewed to improve overall profitability</a:t>
            </a:r>
            <a:endParaRPr lang="en-US" sz="2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1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0209-09E9-4FCD-42C3-0203873A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Bahnschrift SemiBold Condensed" panose="020B0502040204020203" pitchFamily="34" charset="0"/>
              </a:rPr>
              <a:t>CONCLUSION</a:t>
            </a:r>
            <a:endParaRPr lang="en-US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B5EDE-14C5-E503-E228-8C770C05A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latin typeface="Bahnschrift SemiBold Condensed" panose="020B0502040204020203" pitchFamily="34" charset="0"/>
              </a:rPr>
              <a:t>The business is performing well in terms of sales volume and profitability. However, improving pricing efficiency, controlling discounts, and focusing on high-performing products and regions can further increase profitability and drive sustainable growth</a:t>
            </a:r>
            <a:r>
              <a:rPr lang="en-GB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65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1875</TotalTime>
  <Words>418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SemiBold Condensed</vt:lpstr>
      <vt:lpstr>Calibri</vt:lpstr>
      <vt:lpstr>Garamond</vt:lpstr>
      <vt:lpstr>Organic</vt:lpstr>
      <vt:lpstr>TITLE:SUPERSTORE PERFORMANCE ANALYSIS DASHBOARD</vt:lpstr>
      <vt:lpstr>DATASET OVERVIEW</vt:lpstr>
      <vt:lpstr>BUSINESS PROBLEM</vt:lpstr>
      <vt:lpstr>KEY PERFORMING INDICATORS(KPIs)</vt:lpstr>
      <vt:lpstr>DASHBOARD</vt:lpstr>
      <vt:lpstr>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Ajetunmobi</dc:creator>
  <cp:lastModifiedBy>Mariam Ajetunmobi</cp:lastModifiedBy>
  <cp:revision>1</cp:revision>
  <dcterms:created xsi:type="dcterms:W3CDTF">2026-06-23T21:15:33Z</dcterms:created>
  <dcterms:modified xsi:type="dcterms:W3CDTF">2026-06-28T15:07:05Z</dcterms:modified>
</cp:coreProperties>
</file>